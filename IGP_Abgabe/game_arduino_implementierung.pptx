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ee2a53ede042cd" /><Relationship Type="http://schemas.openxmlformats.org/officeDocument/2006/relationships/extended-properties" Target="/docProps/app.xml" Id="R493758a6d73b4277" /><Relationship Type="http://schemas.openxmlformats.org/officeDocument/2006/relationships/officeDocument" Target="/ppt/presentation.xml" Id="R4b420c7319fc41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2fdc6815424e78"/>
  </p:sldMasterIdLst>
  <p:notesMasterIdLst>
    <p:notesMasterId xmlns:r="http://schemas.openxmlformats.org/officeDocument/2006/relationships" r:id="Rb797cb347a344c4d"/>
  </p:notesMasterIdLst>
  <p:sldIdLst>
    <p:sldId xmlns:r="http://schemas.openxmlformats.org/officeDocument/2006/relationships" id="256" r:id="R08b92f83969443c0"/>
    <p:sldId xmlns:r="http://schemas.openxmlformats.org/officeDocument/2006/relationships" id="257" r:id="R3d95776032e14a37"/>
    <p:sldId xmlns:r="http://schemas.openxmlformats.org/officeDocument/2006/relationships" id="258" r:id="R5a8e2404cafd4344"/>
    <p:sldId xmlns:r="http://schemas.openxmlformats.org/officeDocument/2006/relationships" id="259" r:id="R438395bb22d64218"/>
    <p:sldId xmlns:r="http://schemas.openxmlformats.org/officeDocument/2006/relationships" id="260" r:id="Rcda35df67a1e4f66"/>
    <p:sldId xmlns:r="http://schemas.openxmlformats.org/officeDocument/2006/relationships" id="261" r:id="Rdebdfd875a1e447c"/>
    <p:sldId xmlns:r="http://schemas.openxmlformats.org/officeDocument/2006/relationships" id="262" r:id="Ra19f86b06e444783"/>
    <p:sldId xmlns:r="http://schemas.openxmlformats.org/officeDocument/2006/relationships" id="263" r:id="Re1799c89177948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c21bb27bab4a07" /><Relationship Type="http://schemas.openxmlformats.org/officeDocument/2006/relationships/slideMaster" Target="/ppt/slideMasters/slideMaster1.xml" Id="Rc72fdc6815424e78" /><Relationship Type="http://schemas.openxmlformats.org/officeDocument/2006/relationships/notesMaster" Target="/ppt/notesMasters/notesMaster1.xml" Id="Rb797cb347a344c4d" /><Relationship Type="http://schemas.openxmlformats.org/officeDocument/2006/relationships/presProps" Target="/ppt/presProps.xml" Id="R25738b218e914334" /><Relationship Type="http://schemas.openxmlformats.org/officeDocument/2006/relationships/tableStyles" Target="/ppt/tableStyles.xml" Id="R21de81b5910a46ae" /><Relationship Type="http://schemas.openxmlformats.org/officeDocument/2006/relationships/slide" Target="/ppt/slides/slide1.xml" Id="R08b92f83969443c0" /><Relationship Type="http://schemas.openxmlformats.org/officeDocument/2006/relationships/slide" Target="/ppt/slides/slide2.xml" Id="R3d95776032e14a37" /><Relationship Type="http://schemas.openxmlformats.org/officeDocument/2006/relationships/slide" Target="/ppt/slides/slide3.xml" Id="R5a8e2404cafd4344" /><Relationship Type="http://schemas.openxmlformats.org/officeDocument/2006/relationships/slide" Target="/ppt/slides/slide4.xml" Id="R438395bb22d64218" /><Relationship Type="http://schemas.openxmlformats.org/officeDocument/2006/relationships/slide" Target="/ppt/slides/slide5.xml" Id="Rcda35df67a1e4f66" /><Relationship Type="http://schemas.openxmlformats.org/officeDocument/2006/relationships/slide" Target="/ppt/slides/slide6.xml" Id="Rdebdfd875a1e447c" /><Relationship Type="http://schemas.openxmlformats.org/officeDocument/2006/relationships/slide" Target="/ppt/slides/slide7.xml" Id="Ra19f86b06e444783" /><Relationship Type="http://schemas.openxmlformats.org/officeDocument/2006/relationships/slide" Target="/ppt/slides/slide8.xml" Id="Re1799c89177948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78f51dd24440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38962908ea4863" /><Relationship Type="http://schemas.openxmlformats.org/officeDocument/2006/relationships/notesMaster" Target="/ppt/notesMasters/notesMaster1.xml" Id="R76dd84b3c6b844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acf102bd3b467e" /><Relationship Type="http://schemas.openxmlformats.org/officeDocument/2006/relationships/notesMaster" Target="/ppt/notesMasters/notesMaster1.xml" Id="R0d8c8e4e3f1b4e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dff46ea0644719" /><Relationship Type="http://schemas.openxmlformats.org/officeDocument/2006/relationships/notesMaster" Target="/ppt/notesMasters/notesMaster1.xml" Id="Re971c63baa1749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50bd8e26f7410a" /><Relationship Type="http://schemas.openxmlformats.org/officeDocument/2006/relationships/notesMaster" Target="/ppt/notesMasters/notesMaster1.xml" Id="Rb7a74e5259b647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544c2265e84566" /><Relationship Type="http://schemas.openxmlformats.org/officeDocument/2006/relationships/notesMaster" Target="/ppt/notesMasters/notesMaster1.xml" Id="Ra7396e1cec3e43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0040e3c39b4366" /><Relationship Type="http://schemas.openxmlformats.org/officeDocument/2006/relationships/notesMaster" Target="/ppt/notesMasters/notesMaster1.xml" Id="R229d7b79875d45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5c5805220c4fc2" /><Relationship Type="http://schemas.openxmlformats.org/officeDocument/2006/relationships/notesMaster" Target="/ppt/notesMasters/notesMaster1.xml" Id="R9dbbdc1088c14e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d72bfaff3143c8" /><Relationship Type="http://schemas.openxmlformats.org/officeDocument/2006/relationships/notesMaster" Target="/ppt/notesMasters/notesMaster1.xml" Id="R43b1fcf63d5248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66bba6301b40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ea8a4a1a94a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f1d598be924c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ffa4c005fc48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0fbe778c6348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1115e1f30c473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fad3dd777433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677eec8e746f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9f9bdfa5a4115" /><Relationship Type="http://schemas.openxmlformats.org/officeDocument/2006/relationships/image" Target="/ppt/media/image.png" Id="R36360ecc55b0432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2b4f05a354d9c" /><Relationship Type="http://schemas.openxmlformats.org/officeDocument/2006/relationships/image" Target="/ppt/media/image2.png" Id="R705b07ee7029459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36360ecc55b0432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705b07ee7029459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45db84a65646dc" /><Relationship Type="http://schemas.openxmlformats.org/officeDocument/2006/relationships/slideLayout" Target="/ppt/slideLayouts/slideLayout1.xml" Id="Re3725998e3ff4e8a" /><Relationship Type="http://schemas.openxmlformats.org/officeDocument/2006/relationships/slideLayout" Target="/ppt/slideLayouts/slideLayout2.xml" Id="R80a964be45654f27" /><Relationship Type="http://schemas.openxmlformats.org/officeDocument/2006/relationships/slideLayout" Target="/ppt/slideLayouts/slideLayout3.xml" Id="R3e59e493bc7d4078" /><Relationship Type="http://schemas.openxmlformats.org/officeDocument/2006/relationships/slideLayout" Target="/ppt/slideLayouts/slideLayout4.xml" Id="Re81e9b69bc6543cb" /><Relationship Type="http://schemas.openxmlformats.org/officeDocument/2006/relationships/slideLayout" Target="/ppt/slideLayouts/slideLayout5.xml" Id="Ra4565108a9c1454f" /><Relationship Type="http://schemas.openxmlformats.org/officeDocument/2006/relationships/slideLayout" Target="/ppt/slideLayouts/slideLayout6.xml" Id="Rd6645f053f944a6a" /><Relationship Type="http://schemas.openxmlformats.org/officeDocument/2006/relationships/slideLayout" Target="/ppt/slideLayouts/slideLayout7.xml" Id="Rfa6c66764a4c46d0" /><Relationship Type="http://schemas.openxmlformats.org/officeDocument/2006/relationships/slideLayout" Target="/ppt/slideLayouts/slideLayout8.xml" Id="Rdcdec8e24d7b4a32" /><Relationship Type="http://schemas.openxmlformats.org/officeDocument/2006/relationships/slideLayout" Target="/ppt/slideLayouts/slideLayout9.xml" Id="R7f3dd3e17ed549eb" /><Relationship Type="http://schemas.openxmlformats.org/officeDocument/2006/relationships/slideLayout" Target="/ppt/slideLayouts/slideLayout10.xml" Id="Ra46d2434ecb04f5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725998e3ff4e8a"/>
    <p:sldLayoutId xmlns:r="http://schemas.openxmlformats.org/officeDocument/2006/relationships" id="2147483650" r:id="R80a964be45654f27"/>
    <p:sldLayoutId xmlns:r="http://schemas.openxmlformats.org/officeDocument/2006/relationships" id="2147483651" r:id="R3e59e493bc7d4078"/>
    <p:sldLayoutId xmlns:r="http://schemas.openxmlformats.org/officeDocument/2006/relationships" id="2147483652" r:id="Re81e9b69bc6543cb"/>
    <p:sldLayoutId xmlns:r="http://schemas.openxmlformats.org/officeDocument/2006/relationships" id="2147483653" r:id="Ra4565108a9c1454f"/>
    <p:sldLayoutId xmlns:r="http://schemas.openxmlformats.org/officeDocument/2006/relationships" id="2147483654" r:id="Rd6645f053f944a6a"/>
    <p:sldLayoutId xmlns:r="http://schemas.openxmlformats.org/officeDocument/2006/relationships" id="2147483655" r:id="Rfa6c66764a4c46d0"/>
    <p:sldLayoutId xmlns:r="http://schemas.openxmlformats.org/officeDocument/2006/relationships" id="2147483656" r:id="Rdcdec8e24d7b4a32"/>
    <p:sldLayoutId xmlns:r="http://schemas.openxmlformats.org/officeDocument/2006/relationships" id="2147483657" r:id="R7f3dd3e17ed549eb"/>
    <p:sldLayoutId xmlns:r="http://schemas.openxmlformats.org/officeDocument/2006/relationships" id="2147483658" r:id="Ra46d2434ecb04f52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f738d00dd475b" /><Relationship Type="http://schemas.openxmlformats.org/officeDocument/2006/relationships/notesSlide" Target="/ppt/notesSlides/notesSlide1.xml" Id="R07075fffb1af4b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cb43b8b22e4124" /><Relationship Type="http://schemas.openxmlformats.org/officeDocument/2006/relationships/notesSlide" Target="/ppt/notesSlides/notesSlide2.xml" Id="Re3bea1d8f0404d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12b799910c4cfd" /><Relationship Type="http://schemas.openxmlformats.org/officeDocument/2006/relationships/notesSlide" Target="/ppt/notesSlides/notesSlide3.xml" Id="Rb141025a7e2d45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d4177f9434d6c" /><Relationship Type="http://schemas.openxmlformats.org/officeDocument/2006/relationships/notesSlide" Target="/ppt/notesSlides/notesSlide4.xml" Id="R57cc14338d394d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70890e5e3541c8" /><Relationship Type="http://schemas.openxmlformats.org/officeDocument/2006/relationships/notesSlide" Target="/ppt/notesSlides/notesSlide5.xml" Id="Rba69346988074e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d81b1e7ce34c96" /><Relationship Type="http://schemas.openxmlformats.org/officeDocument/2006/relationships/notesSlide" Target="/ppt/notesSlides/notesSlide6.xml" Id="Rdf47f6b5293346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115a1215dc45dc" /><Relationship Type="http://schemas.openxmlformats.org/officeDocument/2006/relationships/notesSlide" Target="/ppt/notesSlides/notesSlide7.xml" Id="R87df06a4510744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ced0e5d9b4a64" /><Relationship Type="http://schemas.openxmlformats.org/officeDocument/2006/relationships/notesSlide" Target="/ppt/notesSlides/notesSlide8.xml" Id="R26422b990c47437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Game Implementierung</a:t>
            </a:r>
          </a:p>
          <a:p xmlns:a="http://schemas.openxmlformats.org/drawingml/2006/main">
            <a:r>
              <a:rPr sz="7200"/>
              <a:t>mit Arduino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Unity Gameplay</a:t>
            </a:r>
          </a:p>
          <a:p xmlns:a="http://schemas.openxmlformats.org/drawingml/2006/main">
            <a:r>
              <a:rPr sz="2000"/>
              <a:t>Serielle Steuerung</a:t>
            </a:r>
          </a:p>
          <a:p xmlns:a="http://schemas.openxmlformats.org/drawingml/2006/main">
            <a:r>
              <a:rPr sz="2000"/>
              <a:t>Hardware-Pieces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IGP Project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Arduino + Unity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Das Game verbindet Tower-Defense-Gameplay</a:t>
            </a:r>
          </a:p>
          <a:p xmlns:a="http://schemas.openxmlformats.org/drawingml/2006/main">
            <a:r>
              <a:rPr sz="4800"/>
              <a:t>mit echter Hardware-Eingabe.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Gameplay Loop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Spieler bewegt sich, greift Gegner in Range automatisch an und schützt den Tower.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Arduino Input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Joystick steuert Bewegung und Shop-Auswahl; Button öffnet Shop oder kauft Items.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937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2369856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3561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1" y="344008"/>
            <a:ext cx="4928108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Unity-Implementierung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61100" y="672952"/>
            <a:ext cx="5287433" cy="1079796"/>
          </a:xfrm>
        </p:spPr>
        <p:txBody>
          <a:bodyPr xmlns:a="http://schemas.openxmlformats.org/drawingml/2006/main">
            <a:normAutofit fontScale="7739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Mastermind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Game-State, Boss-Timer, HP/Gold, Pause/Death/Victory und LED-Fortschritt.</a:t>
            </a: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664788"/>
            <a:ext cx="5287433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445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PlayerCombat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Gegner in Range starten Attack-Animation; Schaden wird danach ausgeteilt.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656290"/>
            <a:ext cx="5287433" cy="10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322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EnemySpawner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Wellen skalieren über Zeit; Bosse schalten neue Gegnertypen frei.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Verwendete Arduino-Pieces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391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Arduino</a:t>
            </a:r>
          </a:p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Uno/Nano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USB-Serial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9600 Baud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391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Joystick</a:t>
            </a:r>
          </a:p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 Achsen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Richtungen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inkl. Diagonalen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391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Button</a:t>
            </a:r>
          </a:p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Aktion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BTN öffnet Shop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oder kauft Item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391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LEDs</a:t>
            </a:r>
          </a:p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0-5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Boss-Stufe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als Anzeige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Aus dem Unity-Protokoll ergeben sich diese Hardware-Komponenten: Arduino, Joystick, Button, LEDs sowie Breadboard, Jumperkabel und Widerstände.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Serielles Protokoll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374900"/>
          <a:ext xmlns:a="http://schemas.openxmlformats.org/drawingml/2006/main" cx="11404599" cy="34956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Signal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Unity-Reaktion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Shop-Reaktion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Piece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UP/DOWN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Arduino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Bewegung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Auswahl hoch/runter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Joystick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LEFT/RIGHT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Arduino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Bewegung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Auswahl wechseln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Joystick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Diagonalen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Arduino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Schräg bewegen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-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Joystick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BTN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Arduino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-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Shop öffnen/kaufen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Button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LED:0-5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Unity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Fortschritt senden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-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LEDs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COM3/9600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Unity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Port öffnen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-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USB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LED:0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Unity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Cleanup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-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LEDs aus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Input-/Output-Flow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Hardware -&gt; Unity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Joystick sendet Richtung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Button sendet BTN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SerialPort liest Zeilen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Unity -&gt; Hardware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Mastermind zählt Bossstufen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SendLedCount schreibt LED:n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Quit schaltet LEDs aus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Die Arduino-Klasse ist die Brücke zwischen Hardware und Gameplay. Sie liest serielle Zeilen und sendet den LED-Status zurück.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Wenn der Shop offen ist, wird Movement gestoppt; dieselben Richtungen navigieren dann durch die Items.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937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2369856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3561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1" y="344008"/>
            <a:ext cx="4928108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Shop und Progression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61100" y="672952"/>
            <a:ext cx="5287433" cy="1079796"/>
          </a:xfrm>
        </p:spPr>
        <p:txBody>
          <a:bodyPr xmlns:a="http://schemas.openxmlformats.org/drawingml/2006/main">
            <a:normAutofit fontScale="7739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ShopManager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Goldanzeige, Kaufbuttons, Auswahlindex und Scroll-To-Auswahl.</a:t>
            </a: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664788"/>
            <a:ext cx="5287433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0006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Upgrades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Tower HP, Angriffstempo, Schaden, Ranken und Lifesteal.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656290"/>
            <a:ext cx="5287433" cy="10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512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Boss-Fortschritt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Boss-Timer bei 60/120/180/300s; finaler Boss startet Victory.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Fazit</a:t>
            </a:r>
          </a:p>
          <a:p xmlns:a="http://schemas.openxmlformats.org/drawingml/2006/main">
            <a:r>
              <a:rPr sz="7200"/>
              <a:t>und nächste Schritte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Unity-Game ist hardwarefähig</a:t>
            </a:r>
          </a:p>
          <a:p xmlns:a="http://schemas.openxmlformats.org/drawingml/2006/main">
            <a:r>
              <a:rPr sz="2000"/>
              <a:t>Arduino-Protokoll ist kompakt</a:t>
            </a:r>
          </a:p>
          <a:p xmlns:a="http://schemas.openxmlformats.org/drawingml/2006/main">
            <a:r>
              <a:rPr sz="2000"/>
              <a:t>Pinplan und Sketch dokumentieren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Umsetzung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Ausblick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2026-06-22T12:59:25.1670000Z</dcterms:created>
  <dcterms:modified xsi:type="dcterms:W3CDTF">2026-06-22T12:59:25.1670000Z</dcterms:modified>
</coreProperties>
</file>